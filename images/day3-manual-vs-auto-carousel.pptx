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</a:t>
            </a:r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</a:t>
            </a:r>
            <a:pPr indent="0" marL="0">
              <a:buNone/>
            </a:pPr>
            <a:r>
              <a:rPr lang="en-US" sz="5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
</a:t>
            </a:r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Trading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strategy. Different results.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to compare 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Trade Execution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931920" cy="54864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12 entries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(sleeping/working)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754880" y="1828800"/>
            <a:ext cx="3931920" cy="548640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2011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37760" y="32004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all 47 signals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(24/7 operation)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 Losses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931920" cy="54864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SL on 5 trades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(lost more money)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754880" y="1828800"/>
            <a:ext cx="3931920" cy="548640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2011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37760" y="32004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Executed perfectly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(every single time)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Take Profits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931920" cy="54864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3 winners early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(left money on table)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754880" y="1828800"/>
            <a:ext cx="3931920" cy="548640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2011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37760" y="32004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TP targets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hesitation)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 a Loss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931920" cy="54864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 2 trades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(fear after losing)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754880" y="1828800"/>
            <a:ext cx="3931920" cy="548640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2011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37760" y="32004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Traded next signal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emotion)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Result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931920" cy="54864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+3.2%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754880" y="1828800"/>
            <a:ext cx="3931920" cy="548640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2011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37760" y="32004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+11.4%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F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3.5x Better Results.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Strategy.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edge isn't the strategy.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execution.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5943600"/>
            <a:ext cx="4572000" cy="1188720"/>
          </a:xfrm>
          <a:prstGeom prst="roundRect">
            <a:avLst>
              <a:gd name="adj" fmla="val 11538"/>
            </a:avLst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59436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 "ALGO" to Automate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286000" y="7589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viprasol.com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vs Automated Trading</dc:title>
  <dc:subject>PptxGenJS Presentation</dc:subject>
  <dc:creator>Viprasol Tech</dc:creator>
  <cp:lastModifiedBy>Viprasol Tech</cp:lastModifiedBy>
  <cp:revision>1</cp:revision>
  <dcterms:created xsi:type="dcterms:W3CDTF">2026-04-14T10:32:31Z</dcterms:created>
  <dcterms:modified xsi:type="dcterms:W3CDTF">2026-04-14T10:32:31Z</dcterms:modified>
</cp:coreProperties>
</file>