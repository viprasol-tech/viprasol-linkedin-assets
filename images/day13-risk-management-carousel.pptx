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772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Risk Rules
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Code Into</a:t>
            </a:r>
            <a:endParaRPr lang="en-US" sz="60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EA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separates pro EAs from gambling bots.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286000" y="7315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 2% Risk Per Trade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0" y="21031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risk more than 2% of your account on a single trade. Adjustable based on your comfort.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286000" y="50292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 3 Simultaneous Positions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64008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overexposure. No matter how good the signals look.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286000" y="7315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Loss Limit: -5%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0" y="21031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stops trading for the day if losses hit 5%. Protects against bad market days.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286000" y="50292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Loss Limit: -10%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64008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pauses until Monday if weekly drawdown exceeds 10%.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286000" y="7315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 Filter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0" y="21031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trading 30 min before and after major economic events. Avoids volatility spikes.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286000" y="50292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Spread Filter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64008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trades if spread is abnormally high. No trading during illiquid hours.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286000" y="7315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Trailing Stop Loss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0" y="21031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in profits as trade moves in your favor. Never gives back big wins.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393192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029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>
                    <a:alpha val="6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286000" y="50292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Break-Even Protection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64008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stop loss to entry after X pips of profit. Eliminates risk on winning trades.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your current bot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doesn't have these...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a ticking time bomb.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5486400"/>
            <a:ext cx="5486400" cy="1188720"/>
          </a:xfrm>
          <a:prstGeom prst="roundRect">
            <a:avLst>
              <a:gd name="adj" fmla="val 11538"/>
            </a:avLst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54864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"SAFE" for a Risk Audit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0" y="7315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viprasol.com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Risk Management Rules We Code Into Every EA</dc:title>
  <dc:subject>PptxGenJS Presentation</dc:subject>
  <dc:creator>Viprasol Tech</dc:creator>
  <cp:lastModifiedBy>Viprasol Tech</cp:lastModifiedBy>
  <cp:revision>1</cp:revision>
  <dcterms:created xsi:type="dcterms:W3CDTF">2026-04-14T10:32:31Z</dcterms:created>
  <dcterms:modified xsi:type="dcterms:W3CDTF">2026-04-14T10:32:31Z</dcterms:modified>
</cp:coreProperties>
</file>