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0"/>
          </a:xfrm>
          <a:prstGeom prst="rect">
            <a:avLst/>
          </a:prstGeom>
          <a:solidFill>
            <a:srgbClr val="0D9488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Signs
</a:t>
            </a:r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 Need a</a:t>
            </a:r>
            <a:endParaRPr lang="en-US" sz="7200" dirty="0"/>
          </a:p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Trading Bot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73152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this post. Swipe →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8412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Viprasol Tech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BBF24">
                    <a:alpha val="7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 Miss Trades While Sleeping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3840480"/>
            <a:ext cx="274320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3891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best setups happen at 3 AM.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bot doesn't sleep. You do.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losing opportunities.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0" y="2743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2/7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0" y="8412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Viprasol Tech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BBF24">
                    <a:alpha val="7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 Move Your Stop Loss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3840480"/>
            <a:ext cx="274320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3891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"Just this once" turns into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single time.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bot follows rules. Period.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0" y="2743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3/7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0" y="8412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Viprasol Tech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BBF24">
                    <a:alpha val="7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 Close Winners Too Early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3840480"/>
            <a:ext cx="274320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3891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Fear of giving back profits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makes you exit at +20 pips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move goes +200.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0" y="2743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4/7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0" y="8412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Viprasol Tech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BBF24">
                    <a:alpha val="7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 Revenge Trade After Losses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3840480"/>
            <a:ext cx="274320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3891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$500? Time to make it back NOW.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$500 becomes $2,000 in losses.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Bots don't have ego.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0" y="2743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5/7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0" y="8412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Viprasol Tech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1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BBF24">
                    <a:alpha val="7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Results Are Inconsistent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3840480"/>
            <a:ext cx="274320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3891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one month, -20% the next.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strategy, different execution.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= consistency.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0" y="2743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6/7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0" y="8412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Viprasol Tech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5F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If you said YES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 any of these...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It's time to automate.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2286000" y="5029200"/>
            <a:ext cx="4572000" cy="1188720"/>
          </a:xfrm>
          <a:prstGeom prst="roundRect">
            <a:avLst>
              <a:gd name="adj" fmla="val 11538"/>
            </a:avLst>
          </a:prstGeom>
          <a:solidFill>
            <a:srgbClr val="FBBF24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0" y="502920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DM "ALGO" to Start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286000" y="68580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viprasol.com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0" y="2743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7/7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0" y="8412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Viprasol Tech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 Signs You Need a Trading Bot</dc:title>
  <dc:subject>PptxGenJS Presentation</dc:subject>
  <dc:creator>Viprasol Tech</dc:creator>
  <cp:lastModifiedBy>Viprasol Tech</cp:lastModifiedBy>
  <cp:revision>1</cp:revision>
  <dcterms:created xsi:type="dcterms:W3CDTF">2026-04-14T10:32:31Z</dcterms:created>
  <dcterms:modified xsi:type="dcterms:W3CDTF">2026-04-14T10:32:31Z</dcterms:modified>
</cp:coreProperties>
</file>