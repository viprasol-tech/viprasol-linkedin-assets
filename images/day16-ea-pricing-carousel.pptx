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Much Does 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Custom EA 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Actually Cost?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6400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pricing. No surprises.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→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$300-800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36576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Simple strategy (1-2 indicators)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Single pair optimization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Basic risk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6949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1-year backtesting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7955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7 days support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STANDARD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$800-2,000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3657600" cy="54864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Complex strategy (multi-condition)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Multi-pair optimization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Advanced risk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6949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5-year backtesting + Monte Carlo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7955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30 days support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0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55F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$2,000-5,000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731520" y="3474720"/>
            <a:ext cx="3657600" cy="54864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Multi-strategy system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4937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AI/ML integration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59436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Dashboard and reporting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6949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Prop firm compliance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31520" y="7955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Ongoing optimization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4/5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ROI MATH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 EA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5%/month on $10K account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5303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$500/month profit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6583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ROI = 1 month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286000" y="7772400"/>
            <a:ext cx="4572000" cy="731520"/>
          </a:xfrm>
          <a:prstGeom prst="roundRect">
            <a:avLst>
              <a:gd name="adj" fmla="val 12500"/>
            </a:avLst>
          </a:prstGeom>
          <a:solidFill>
            <a:srgbClr val="FBBF24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7772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DM "BUILD" for a Quote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229600" y="2743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84124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Viprasol 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Much Does a Custom EA Cost</dc:title>
  <dc:subject>PptxGenJS Presentation</dc:subject>
  <dc:creator>Viprasol Tech</dc:creator>
  <cp:lastModifiedBy>Viprasol Tech</cp:lastModifiedBy>
  <cp:revision>1</cp:revision>
  <dcterms:created xsi:type="dcterms:W3CDTF">2026-04-14T10:32:31Z</dcterms:created>
  <dcterms:modified xsi:type="dcterms:W3CDTF">2026-04-14T10:32:31Z</dcterms:modified>
</cp:coreProperties>
</file>