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F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9144000"/>
          </a:xfrm>
          <a:prstGeom prst="rect">
            <a:avLst/>
          </a:prstGeom>
          <a:solidFill>
            <a:srgbClr val="0A0A0A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Lost </a:t>
            </a:r>
            <a:pPr indent="0" marL="0">
              <a:buNone/>
            </a:pPr>
            <a:r>
              <a:rPr lang="en-US" sz="60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$3,000</a:t>
            </a:r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in Forex.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Then I Learned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</a:t>
            </a:r>
            <a:pPr indent="0" marL="0">
              <a:buNone/>
            </a:pPr>
            <a:r>
              <a:rPr lang="en-US" sz="60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algorithmic trading changed everything.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to see the full story →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8229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Brutal Truth About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 Trading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0"/>
            <a:ext cx="3931920" cy="2743200"/>
          </a:xfrm>
          <a:prstGeom prst="roundRect">
            <a:avLst>
              <a:gd name="adj" fmla="val 6667"/>
            </a:avLst>
          </a:prstGeom>
          <a:solidFill>
            <a:srgbClr val="0D9488">
              <a:alpha val="1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8346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retail traders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money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2560320"/>
            <a:ext cx="3931920" cy="2743200"/>
          </a:xfrm>
          <a:prstGeom prst="roundRect">
            <a:avLst>
              <a:gd name="adj" fmla="val 6667"/>
            </a:avLst>
          </a:prstGeom>
          <a:solidFill>
            <a:srgbClr val="0D9488">
              <a:alpha val="1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28346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8hrs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754880" y="42062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daily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time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5669280"/>
            <a:ext cx="3931920" cy="2743200"/>
          </a:xfrm>
          <a:prstGeom prst="roundRect">
            <a:avLst>
              <a:gd name="adj" fmla="val 6667"/>
            </a:avLst>
          </a:prstGeom>
          <a:solidFill>
            <a:srgbClr val="0D9488">
              <a:alpha val="1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943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57200" y="73152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losses caused by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decisions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5669280"/>
            <a:ext cx="3931920" cy="2743200"/>
          </a:xfrm>
          <a:prstGeom prst="roundRect">
            <a:avLst>
              <a:gd name="adj" fmla="val 6667"/>
            </a:avLst>
          </a:prstGeom>
          <a:solidFill>
            <a:srgbClr val="0D9488">
              <a:alpha val="1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5943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754880" y="73152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most traders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after 2 years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Manual Traders Fail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5920" y="21031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closes winning trades too early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7772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383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45920" y="33832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 moves stop losses (then you lose more)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1520" y="4389120"/>
            <a:ext cx="7772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663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645920" y="46634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miss trades while sleeping or working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" y="5669280"/>
            <a:ext cx="7772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943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645920" y="59436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Revenge trading after a loss destroys accounts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31520" y="6949440"/>
            <a:ext cx="7772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7223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645920" y="72237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execution kills even good strategies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1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Algo Trading Advantage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45920" y="21031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Trades 24/7 — never misses an entry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7772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383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645920" y="33832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emotions — executes perfectly every time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1520" y="4389120"/>
            <a:ext cx="7772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663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645920" y="46634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Backtested across 5+ years of data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" y="5669280"/>
            <a:ext cx="7772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943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645920" y="59436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management hardcoded (can't be overridden)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31520" y="6949440"/>
            <a:ext cx="7772400" cy="0"/>
          </a:xfrm>
          <a:prstGeom prst="line">
            <a:avLst/>
          </a:prstGeom>
          <a:noFill/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7223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645920" y="72237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execution = consistent results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Verified Results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0"/>
            <a:ext cx="3931920" cy="2926080"/>
          </a:xfrm>
          <a:prstGeom prst="roundRect">
            <a:avLst>
              <a:gd name="adj" fmla="val 6250"/>
            </a:avLst>
          </a:prstGeom>
          <a:solidFill>
            <a:srgbClr val="FBBF24">
              <a:alpha val="12000"/>
            </a:srgbClr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135%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Monthly Return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(MyFXBook Verified)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754880" y="2011680"/>
            <a:ext cx="3931920" cy="2926080"/>
          </a:xfrm>
          <a:prstGeom prst="roundRect">
            <a:avLst>
              <a:gd name="adj" fmla="val 6250"/>
            </a:avLst>
          </a:prstGeom>
          <a:solidFill>
            <a:srgbClr val="FBBF24">
              <a:alpha val="12000"/>
            </a:srgbClr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22860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754880" y="38404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 Across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Accounts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5303520"/>
            <a:ext cx="3931920" cy="2926080"/>
          </a:xfrm>
          <a:prstGeom prst="roundRect">
            <a:avLst>
              <a:gd name="adj" fmla="val 6250"/>
            </a:avLst>
          </a:prstGeom>
          <a:solidFill>
            <a:srgbClr val="FBBF24">
              <a:alpha val="12000"/>
            </a:srgbClr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5778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44K+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57200" y="71323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Pips Gained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Counting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754880" y="5303520"/>
            <a:ext cx="3931920" cy="2926080"/>
          </a:xfrm>
          <a:prstGeom prst="roundRect">
            <a:avLst>
              <a:gd name="adj" fmla="val 6250"/>
            </a:avLst>
          </a:prstGeom>
          <a:solidFill>
            <a:srgbClr val="FBBF24">
              <a:alpha val="12000"/>
            </a:srgbClr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557784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500+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4754880" y="71323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Traders Trust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Systems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F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Stop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Trading Manually?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286000" y="4114800"/>
            <a:ext cx="4572000" cy="1188720"/>
          </a:xfrm>
          <a:prstGeom prst="roundRect">
            <a:avLst>
              <a:gd name="adj" fmla="val 11538"/>
            </a:avLst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41148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DM me "ALGO"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56692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Strategy Consultation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EA Development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Results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7589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viprasol.com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Lost $3000 in Forex - Algo Trading Carousel</dc:title>
  <dc:subject>PptxGenJS Presentation</dc:subject>
  <dc:creator>Viprasol Tech</dc:creator>
  <cp:lastModifiedBy>Viprasol Tech</cp:lastModifiedBy>
  <cp:revision>1</cp:revision>
  <dcterms:created xsi:type="dcterms:W3CDTF">2026-04-14T10:21:04Z</dcterms:created>
  <dcterms:modified xsi:type="dcterms:W3CDTF">2026-04-14T10:21:04Z</dcterms:modified>
</cp:coreProperties>
</file>